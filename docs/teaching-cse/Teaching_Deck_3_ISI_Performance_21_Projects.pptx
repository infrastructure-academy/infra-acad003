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32931-B9DA-9E4A-BDA6-1243CB906DA2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1A0AD-A911-014E-A0A7-F980B2283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8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Nigel Dearden</cp:lastModifiedBy>
  <cp:revision>2</cp:revision>
  <dcterms:created xsi:type="dcterms:W3CDTF">2026-06-23T17:12:48Z</dcterms:created>
  <dcterms:modified xsi:type="dcterms:W3CDTF">2026-06-23T17:39:16Z</dcterms:modified>
</cp:coreProperties>
</file>