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how_to_r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relay_grou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projec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_projec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_projec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_project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_project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_project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_project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_project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_project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_project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_project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_project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_project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_project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_project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_project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_project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_project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4_project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5_project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6_project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7_ranking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8_rela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9_takeaw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0_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