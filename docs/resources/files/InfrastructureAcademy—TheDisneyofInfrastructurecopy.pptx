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D90C5-0C94-A843-8664-7CDF839E897B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22EF5-E9B5-1646-8F82-B532188D3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8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Nigel Dearden</cp:lastModifiedBy>
  <cp:revision>3</cp:revision>
  <dcterms:created xsi:type="dcterms:W3CDTF">2026-04-23T15:10:50Z</dcterms:created>
  <dcterms:modified xsi:type="dcterms:W3CDTF">2026-07-15T17:52:42Z</dcterms:modified>
</cp:coreProperties>
</file>